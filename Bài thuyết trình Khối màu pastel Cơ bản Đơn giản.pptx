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Cabin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4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 descr="pink animated blob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000871" y="1677758"/>
            <a:ext cx="1228625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7499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Nghề nghiệp Lập trình di động</a:t>
            </a:r>
          </a:p>
        </p:txBody>
      </p:sp>
      <p:pic>
        <p:nvPicPr>
          <p:cNvPr name="Picture 4" id="4" descr="purple animated blob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5" id="5" descr="yellow outline animated blob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211423" y="3528165"/>
            <a:ext cx="12286259" cy="483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Lý do: </a:t>
            </a:r>
          </a:p>
          <a:p>
            <a:pPr algn="l">
              <a:lnSpc>
                <a:spcPts val="4290"/>
              </a:lnSpc>
            </a:pP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Nhu cầu tuyển dụng cao</a:t>
            </a:r>
          </a:p>
          <a:p>
            <a:pPr algn="l">
              <a:lnSpc>
                <a:spcPts val="4290"/>
              </a:lnSpc>
            </a:pP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 - </a:t>
            </a: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Điện thoại thông minh ngày càng phổ biến, kéo theo nhu cầu phát triển ứng dụng di động tăng mạnh.</a:t>
            </a:r>
          </a:p>
          <a:p>
            <a:pPr algn="l">
              <a:lnSpc>
                <a:spcPts val="4290"/>
              </a:lnSpc>
            </a:pP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 - Hầu hết doanh nghiệp hiện nay đều cần ứng dụng trên Android hoặc iOS để tiếp cận khách hàng.</a:t>
            </a:r>
          </a:p>
          <a:p>
            <a:pPr algn="l">
              <a:lnSpc>
                <a:spcPts val="4290"/>
              </a:lnSpc>
            </a:pPr>
            <a:r>
              <a:rPr lang="en-US" sz="39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 - Nhiều công ty tuyển dụng Mobile Developer với nhiều vị trí từ Fresher đến Senior.</a:t>
            </a:r>
          </a:p>
          <a:p>
            <a:pPr algn="ctr">
              <a:lnSpc>
                <a:spcPts val="3850"/>
              </a:lnSpc>
            </a:pPr>
            <a:r>
              <a:rPr lang="en-US" sz="35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243" y="766512"/>
            <a:ext cx="939819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Framework: REACT NATIVE</a:t>
            </a:r>
          </a:p>
        </p:txBody>
      </p:sp>
      <p:pic>
        <p:nvPicPr>
          <p:cNvPr name="Picture 3" id="3" descr="yellow outline animated blob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name="Picture 4" id="4" descr="purple animated blob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56959" y="1966662"/>
            <a:ext cx="10477667" cy="433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Ưu điểm: 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Viết một lần, chạy trên Android và iOS.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Tiết kiệm thời gian và chi phí phát triển.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Tái sử dụng phần lớn mã nguồn.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Hiệu năng tốt cho đa số ứng dụng.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Cộng đồng lớn, nhiều thư viện hỗ trợ.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  <a:p>
            <a:pPr algn="just" marL="0" indent="0" lvl="0">
              <a:lnSpc>
                <a:spcPts val="431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6959" y="5432933"/>
            <a:ext cx="11410114" cy="433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Nhược điểm: 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Hiệu năng chưa bằng ứng dụng Native.</a:t>
            </a:r>
          </a:p>
          <a:p>
            <a:pPr algn="l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Một số tính năng cần viết thêm mã Android/iOS.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</a:t>
            </a: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Phụ thuộc vào các thư viện bên thứ ba.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Nâng cấp phiên bản đôi khi gặp lỗi tương thích.</a:t>
            </a:r>
          </a:p>
          <a:p>
            <a:pPr algn="just">
              <a:lnSpc>
                <a:spcPts val="4310"/>
              </a:lnSpc>
            </a:pPr>
            <a:r>
              <a:rPr lang="en-US" sz="3591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   - Kích thước ứng dụng có thể lớn hơn ứng dụng Native.</a:t>
            </a:r>
          </a:p>
          <a:p>
            <a:pPr algn="just">
              <a:lnSpc>
                <a:spcPts val="4310"/>
              </a:lnSpc>
            </a:pPr>
          </a:p>
          <a:p>
            <a:pPr algn="just" marL="0" indent="0" lvl="0">
              <a:lnSpc>
                <a:spcPts val="43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399999">
            <a:off x="5623226" y="5881824"/>
            <a:ext cx="9501720" cy="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0111339" y="921673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0111339" y="3268589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0111339" y="550847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0111339" y="7855393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366916"/>
            <a:ext cx="9931086" cy="7139336"/>
          </a:xfrm>
          <a:custGeom>
            <a:avLst/>
            <a:gdLst/>
            <a:ahLst/>
            <a:cxnLst/>
            <a:rect r="r" b="b" t="t" l="l"/>
            <a:pathLst>
              <a:path h="7139336" w="9931086">
                <a:moveTo>
                  <a:pt x="0" y="0"/>
                </a:moveTo>
                <a:lnTo>
                  <a:pt x="9931086" y="0"/>
                </a:lnTo>
                <a:lnTo>
                  <a:pt x="9931086" y="7139336"/>
                </a:lnTo>
                <a:lnTo>
                  <a:pt x="0" y="7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773" t="-355" r="0" b="-35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4734" y="616889"/>
            <a:ext cx="595677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2B2B2B"/>
                </a:solidFill>
                <a:latin typeface="Cabin"/>
                <a:ea typeface="Cabin"/>
                <a:cs typeface="Cabin"/>
                <a:sym typeface="Cabin"/>
              </a:rPr>
              <a:t>Các bước cài đặt môi trường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58854" y="581622"/>
            <a:ext cx="6270458" cy="1471296"/>
            <a:chOff x="0" y="0"/>
            <a:chExt cx="8360611" cy="196172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8360611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1.  Cài</a:t>
              </a: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 đặt Node.js LTS.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52239"/>
              <a:ext cx="8360611" cy="1409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2.  C</a:t>
              </a: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ài đặt JDK (Java Development Kit).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58854" y="2225292"/>
            <a:ext cx="6000446" cy="1471403"/>
            <a:chOff x="0" y="0"/>
            <a:chExt cx="8000594" cy="19618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8000594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3.  Cài</a:t>
              </a: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 đặt Android Studio.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52238"/>
              <a:ext cx="8000594" cy="1409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4"/>
                </a:lnSpc>
              </a:pPr>
              <a:r>
                <a:rPr lang="en-US" sz="3095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4.  C</a:t>
              </a:r>
              <a:r>
                <a:rPr lang="en-US" sz="3095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ài đặt Android SDK và Android SDK Platform.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88235" y="3868145"/>
            <a:ext cx="6270458" cy="2732380"/>
            <a:chOff x="0" y="0"/>
            <a:chExt cx="8360611" cy="364317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836061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5.  Cài</a:t>
              </a:r>
              <a:r>
                <a:rPr lang="en-US" sz="29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 đặt Android SDK Build-Tools.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85884"/>
              <a:ext cx="8360611" cy="2857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6. </a:t>
              </a: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Thiết lập biến môi trường:</a:t>
              </a:r>
            </a:p>
            <a:p>
              <a:pPr algn="l" marL="669285" indent="-334642" lvl="1">
                <a:lnSpc>
                  <a:spcPts val="4339"/>
                </a:lnSpc>
                <a:buFont typeface="Arial"/>
                <a:buChar char="•"/>
              </a:pP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ANDROID_HOME</a:t>
              </a:r>
            </a:p>
            <a:p>
              <a:pPr algn="l" marL="669285" indent="-334642" lvl="1">
                <a:lnSpc>
                  <a:spcPts val="4339"/>
                </a:lnSpc>
                <a:buFont typeface="Arial"/>
                <a:buChar char="•"/>
              </a:pP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Thêm platform-tools vào PATH.</a:t>
              </a:r>
            </a:p>
            <a:p>
              <a:pPr algn="l" marL="0" indent="0" lvl="0">
                <a:lnSpc>
                  <a:spcPts val="43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58854" y="6298857"/>
            <a:ext cx="5971065" cy="3822467"/>
            <a:chOff x="0" y="0"/>
            <a:chExt cx="7961420" cy="509662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7961420" cy="2133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7.  Tạo dự án: npx @react-native-co</a:t>
              </a:r>
              <a:r>
                <a:rPr lang="en-US" sz="3099" u="none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mmunity/cli init 24CT1-Tran_Quoc_Trung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000039"/>
              <a:ext cx="7961420" cy="1409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8. Khởi động Metro: npx react-native start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687134"/>
              <a:ext cx="7961420" cy="1409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>
                  <a:solidFill>
                    <a:srgbClr val="2B2B2B"/>
                  </a:solidFill>
                  <a:latin typeface="Cabin"/>
                  <a:ea typeface="Cabin"/>
                  <a:cs typeface="Cabin"/>
                  <a:sym typeface="Cabin"/>
                </a:rPr>
                <a:t>9.  Chạy ứng dụng: npx react-native run-android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DAHSnxsxAhg</dc:identifier>
  <dcterms:modified xsi:type="dcterms:W3CDTF">2011-08-01T06:04:30Z</dcterms:modified>
  <cp:revision>1</cp:revision>
  <dc:title>Bài thuyết trình Khối màu pastel Cơ bản Đơn giản</dc:title>
</cp:coreProperties>
</file>